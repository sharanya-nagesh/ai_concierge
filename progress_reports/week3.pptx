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91440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91440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91440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41732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141732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41732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331720"/>
            <a:ext cx="420624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AI_CONCIERGE / WEEKLY_REPORT.md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 Concierge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Weekly Progress Report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 •  System Design  •  ML Architecture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12700">
            <a:solidFill>
              <a:srgbClr val="2431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1081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Sharanya  •  M.Tech, PES University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5120" y="6108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0A7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 Cycle: Weekly  •  Status: On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44168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Progress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093976"/>
            <a:ext cx="493776" cy="493776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/home/claude/work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38" y="2212482"/>
            <a:ext cx="256764" cy="256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74520"/>
            <a:ext cx="9966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technical foundation for the AI Concierge project.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953512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3172968"/>
            <a:ext cx="493776" cy="493776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Image 1" descr="/home/claude/work/icons/gitbra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38" y="3291474"/>
            <a:ext cx="256764" cy="2567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953512"/>
            <a:ext cx="9966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this week on backend architecture/documentation and ML/AI documentation.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4032504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232" y="4251960"/>
            <a:ext cx="493776" cy="493776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5" name="Image 2" descr="/home/claude/work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738" y="4370466"/>
            <a:ext cx="256764" cy="2567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032504"/>
            <a:ext cx="9966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a structured repository organization for documentation, implementation, infrastructure and testing.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57200" y="5111496"/>
            <a:ext cx="11247120" cy="932688"/>
          </a:xfrm>
          <a:prstGeom prst="roundRect">
            <a:avLst>
              <a:gd name="adj" fmla="val 7843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13232" y="5330952"/>
            <a:ext cx="493776" cy="493776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3" descr="/home/claude/work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738" y="5449458"/>
            <a:ext cx="256764" cy="2567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5111496"/>
            <a:ext cx="99669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project for the transition from documentation to implementation.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984248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9842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backend_docs/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 Documentation Progress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751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6" name="Image 0" descr="/home/claude/work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20824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202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backend architecture and API design.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57200" y="26334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9" name="Image 1" descr="/home/claude/work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7919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57860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database design and ER-model considerations.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457200" y="3291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2" descr="/home/claude/work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56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236976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authentication and backend security considerations.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57200" y="39502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5" name="Image 3" descr="/home/claude/work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95928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89534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memory, RAG and agent integration points with the backend.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57200" y="50749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1830"/>
          </a:solidFill>
          <a:ln w="12700">
            <a:solidFill>
              <a:srgbClr val="1AA6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85800" y="5285232"/>
            <a:ext cx="457200" cy="457200"/>
          </a:xfrm>
          <a:prstGeom prst="ellipse">
            <a:avLst/>
          </a:prstGeom>
          <a:solidFill>
            <a:srgbClr val="141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4" descr="/home/claude/work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39496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50749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implementation-oriented backend documentation under  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backend_docs/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04088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040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ML / AI Documentation Progress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751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6" name="Image 0" descr="/home/claude/work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20824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2024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ML architecture and data-processing considerations.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57200" y="263347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9" name="Image 1" descr="/home/claude/work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7919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57860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embeddings, retrieval, reranking and RAG.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457200" y="329184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2" name="Image 2" descr="/home/claude/work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33756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236976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LLM and prompt-engineering considerations.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57200" y="39502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5" name="Image 3" descr="/home/claude/work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95928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" y="3895344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memory, recommendation, evaluation and AI-safety documentation areas.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57200" y="507492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0F1830"/>
          </a:solidFill>
          <a:ln w="12700">
            <a:solidFill>
              <a:srgbClr val="1AA6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85800" y="5285232"/>
            <a:ext cx="457200" cy="457200"/>
          </a:xfrm>
          <a:prstGeom prst="ellipse">
            <a:avLst/>
          </a:prstGeom>
          <a:solidFill>
            <a:srgbClr val="141E33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4" descr="/home/claude/work/icons/cp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394960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50749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ML/AI documentation structure under  </a:t>
            </a:r>
            <a:pPr indent="0" marL="0">
              <a:buNone/>
            </a:pPr>
            <a:r>
              <a:rPr lang="en-US" sz="14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 Design Organization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separation between system-level design and implementation-level documentation.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8" name="Image 0" descr="/home/claude/wor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2498141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359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docs/system_design/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99923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architectural decisions and overall system design.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21031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2377440"/>
            <a:ext cx="502920" cy="502920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/home/claude/wor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381" y="24981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3591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backend_docs/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629400" y="299923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backend-specific implementation documentation.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43434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4617720"/>
            <a:ext cx="502920" cy="502920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8" name="Image 2" descr="/home/claude/work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4738421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599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77240" y="523951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ML and AI methodology.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309360" y="43434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83680" y="4617720"/>
            <a:ext cx="502920" cy="502920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3" name="Image 3" descr="/home/claude/work/icons/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4738421"/>
            <a:ext cx="261518" cy="2615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9480" y="45994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docs/mlops/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629400" y="5239512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MLOps/LLMOps lifecycle and operational concerns.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Repository Structure Finalization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852160" cy="4251960"/>
          </a:xfrm>
          <a:prstGeom prst="roundRect">
            <a:avLst>
              <a:gd name="adj" fmla="val 1720"/>
            </a:avLst>
          </a:prstGeom>
          <a:solidFill>
            <a:srgbClr val="0F1830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03120"/>
            <a:ext cx="5257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ai-concierge/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infrastructure/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backend_docs/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ml/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system_design/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product/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development/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mlops/
</a:t>
            </a:r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0A7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Decision_Log.md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37960" y="1874520"/>
            <a:ext cx="5166360" cy="850392"/>
          </a:xfrm>
          <a:prstGeom prst="roundRect">
            <a:avLst>
              <a:gd name="adj" fmla="val 860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748272" y="2080260"/>
            <a:ext cx="438912" cy="438912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9" name="Image 0" descr="/home/claude/work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3611" y="2185599"/>
            <a:ext cx="228234" cy="2282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874520"/>
            <a:ext cx="42062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a canonical repository structure.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37960" y="2862072"/>
            <a:ext cx="5166360" cy="850392"/>
          </a:xfrm>
          <a:prstGeom prst="roundRect">
            <a:avLst>
              <a:gd name="adj" fmla="val 860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48272" y="3067812"/>
            <a:ext cx="438912" cy="438912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/home/claude/wor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611" y="3173151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60920" y="2862072"/>
            <a:ext cx="42062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backend, frontend, infrastructure and tests from documentation.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537960" y="3849624"/>
            <a:ext cx="5166360" cy="850392"/>
          </a:xfrm>
          <a:prstGeom prst="roundRect">
            <a:avLst>
              <a:gd name="adj" fmla="val 860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748272" y="4055364"/>
            <a:ext cx="438912" cy="438912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7" name="Image 2" descr="/home/claude/work/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611" y="4160703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60920" y="3849624"/>
            <a:ext cx="42062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dedicated locations for product, system-design, development and MLOps documentation.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37960" y="4837176"/>
            <a:ext cx="5166360" cy="850392"/>
          </a:xfrm>
          <a:prstGeom prst="roundRect">
            <a:avLst>
              <a:gd name="adj" fmla="val 860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48272" y="5042916"/>
            <a:ext cx="438912" cy="438912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21" name="Image 3" descr="/home/claude/work/icons/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611" y="5148255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837176"/>
            <a:ext cx="420624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Decision_Log.md as the location for future architectural changes.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44168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344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Technical Areas Covered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139696" cy="3657600"/>
          </a:xfrm>
          <a:prstGeom prst="roundRect">
            <a:avLst>
              <a:gd name="adj" fmla="val 3419"/>
            </a:avLst>
          </a:prstGeom>
          <a:solidFill>
            <a:srgbClr val="141E33"/>
          </a:solidFill>
          <a:ln w="12700">
            <a:solidFill>
              <a:srgbClr val="1AA6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43584" y="2286000"/>
            <a:ext cx="566928" cy="56692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/home/claude/work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9647" y="2422063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632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538728"/>
            <a:ext cx="1408176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365760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authentication, database, services and integrations.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61488" y="1965960"/>
            <a:ext cx="2139696" cy="3657600"/>
          </a:xfrm>
          <a:prstGeom prst="roundRect">
            <a:avLst>
              <a:gd name="adj" fmla="val 3419"/>
            </a:avLst>
          </a:prstGeom>
          <a:solidFill>
            <a:srgbClr val="141E33"/>
          </a:solidFill>
          <a:ln w="12700">
            <a:solidFill>
              <a:srgbClr val="1AA6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47872" y="2286000"/>
            <a:ext cx="566928" cy="56692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3" name="Image 1" descr="/home/claude/work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935" y="242206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52928" y="30632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127248" y="3538728"/>
            <a:ext cx="1408176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926080" y="365760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embeddings, RAG, retrieval and reranking.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65776" y="1965960"/>
            <a:ext cx="2139696" cy="3657600"/>
          </a:xfrm>
          <a:prstGeom prst="roundRect">
            <a:avLst>
              <a:gd name="adj" fmla="val 3419"/>
            </a:avLst>
          </a:prstGeom>
          <a:solidFill>
            <a:srgbClr val="141E33"/>
          </a:solidFill>
          <a:ln w="12700">
            <a:solidFill>
              <a:srgbClr val="8A62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52160" y="2286000"/>
            <a:ext cx="566928" cy="56692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F0A73C"/>
            </a:solidFill>
            <a:prstDash val="solid"/>
          </a:ln>
        </p:spPr>
      </p:sp>
      <p:pic>
        <p:nvPicPr>
          <p:cNvPr id="19" name="Image 2" descr="/home/claude/work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223" y="2422063"/>
            <a:ext cx="294803" cy="29480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57216" y="30632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31536" y="3538728"/>
            <a:ext cx="1408176" cy="0"/>
          </a:xfrm>
          <a:prstGeom prst="line">
            <a:avLst/>
          </a:prstGeom>
          <a:noFill/>
          <a:ln w="12700">
            <a:solidFill>
              <a:srgbClr val="F0A73C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30368" y="365760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 and recommendation-related components.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370064" y="1965960"/>
            <a:ext cx="2139696" cy="3657600"/>
          </a:xfrm>
          <a:prstGeom prst="roundRect">
            <a:avLst>
              <a:gd name="adj" fmla="val 3419"/>
            </a:avLst>
          </a:prstGeom>
          <a:solidFill>
            <a:srgbClr val="141E33"/>
          </a:solidFill>
          <a:ln w="12700">
            <a:solidFill>
              <a:srgbClr val="8A62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156448" y="2286000"/>
            <a:ext cx="566928" cy="56692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F0A73C"/>
            </a:solidFill>
            <a:prstDash val="solid"/>
          </a:ln>
        </p:spPr>
      </p:sp>
      <p:pic>
        <p:nvPicPr>
          <p:cNvPr id="25" name="Image 3" descr="/home/claude/wor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511" y="2422063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61504" y="30632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Engineering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7735824" y="3538728"/>
            <a:ext cx="1408176" cy="0"/>
          </a:xfrm>
          <a:prstGeom prst="line">
            <a:avLst/>
          </a:prstGeom>
          <a:noFill/>
          <a:ln w="12700">
            <a:solidFill>
              <a:srgbClr val="F0A73C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34656" y="365760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testing, monitoring, deployment and evaluation.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674352" y="1965960"/>
            <a:ext cx="2139696" cy="3657600"/>
          </a:xfrm>
          <a:prstGeom prst="roundRect">
            <a:avLst>
              <a:gd name="adj" fmla="val 3419"/>
            </a:avLst>
          </a:prstGeom>
          <a:solidFill>
            <a:srgbClr val="141E33"/>
          </a:solidFill>
          <a:ln w="12700">
            <a:solidFill>
              <a:srgbClr val="8A62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460736" y="2286000"/>
            <a:ext cx="566928" cy="56692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F0A73C"/>
            </a:solidFill>
            <a:prstDash val="solid"/>
          </a:ln>
        </p:spPr>
      </p:sp>
      <p:pic>
        <p:nvPicPr>
          <p:cNvPr id="31" name="Image 4" descr="/home/claude/work/icons/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6799" y="2422063"/>
            <a:ext cx="294803" cy="29480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765792" y="3063240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10040112" y="3538728"/>
            <a:ext cx="1408176" cy="0"/>
          </a:xfrm>
          <a:prstGeom prst="line">
            <a:avLst/>
          </a:prstGeom>
          <a:noFill/>
          <a:ln w="12700">
            <a:solidFill>
              <a:srgbClr val="F0A73C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9838944" y="3657600"/>
            <a:ext cx="18105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MLOps, LLMOps, versioning, CI/CD and AI monitoring.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16152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216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Outcome of This Week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020824"/>
            <a:ext cx="475488" cy="47548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7" name="Image 0" descr="/home/claude/work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2134941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7452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coherent technical documentation baseline is now established.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770632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916936"/>
            <a:ext cx="475488" cy="47548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1" name="Image 1" descr="/home/claude/work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5" y="3031053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7706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backend and ML components have defined documentation boundaries.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57200" y="3666744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813048"/>
            <a:ext cx="475488" cy="47548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5" name="Image 2" descr="/home/claude/work/icons/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3927165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6674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structure supports incremental implementation.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457200" y="4562856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8368" y="4709160"/>
            <a:ext cx="475488" cy="475488"/>
          </a:xfrm>
          <a:prstGeom prst="ellipse">
            <a:avLst/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pic>
        <p:nvPicPr>
          <p:cNvPr id="19" name="Image 3" descr="/home/claude/work/icons/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85" y="4823277"/>
            <a:ext cx="247254" cy="2472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6285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can now be reviewed before committing to implementation details.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57200" y="5458968"/>
            <a:ext cx="11247120" cy="868680"/>
          </a:xfrm>
          <a:prstGeom prst="roundRect">
            <a:avLst>
              <a:gd name="adj" fmla="val 10526"/>
            </a:avLst>
          </a:prstGeom>
          <a:solidFill>
            <a:srgbClr val="2DD4BF"/>
          </a:solidFill>
          <a:ln/>
        </p:spPr>
      </p:sp>
      <p:pic>
        <p:nvPicPr>
          <p:cNvPr id="22" name="Image 4" descr="/home/claude/work/icons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5660136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5458968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project is ready to transition from design/documentation to development.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377440"/>
            <a:ext cx="0" cy="265176"/>
          </a:xfrm>
          <a:prstGeom prst="line">
            <a:avLst/>
          </a:prstGeom>
          <a:noFill/>
          <a:ln w="19050">
            <a:solidFill>
              <a:srgbClr val="24314D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143000" y="1874520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backend implementation using the finalized structure.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099816"/>
            <a:ext cx="0" cy="265176"/>
          </a:xfrm>
          <a:prstGeom prst="line">
            <a:avLst/>
          </a:prstGeom>
          <a:noFill/>
          <a:ln w="19050">
            <a:solidFill>
              <a:srgbClr val="24314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1143000" y="2596896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backend application skeleton and environment.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33649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64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3822192"/>
            <a:ext cx="0" cy="265176"/>
          </a:xfrm>
          <a:prstGeom prst="line">
            <a:avLst/>
          </a:prstGeom>
          <a:noFill/>
          <a:ln w="19050">
            <a:solidFill>
              <a:srgbClr val="24314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1143000" y="3319272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database configuration and core models.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544568"/>
            <a:ext cx="0" cy="265176"/>
          </a:xfrm>
          <a:prstGeom prst="line">
            <a:avLst/>
          </a:prstGeom>
          <a:noFill/>
          <a:ln w="19050">
            <a:solidFill>
              <a:srgbClr val="24314D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143000" y="4041648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authentication and initial API endpoints.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57200" y="48097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83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09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5266944"/>
            <a:ext cx="0" cy="265176"/>
          </a:xfrm>
          <a:prstGeom prst="line">
            <a:avLst/>
          </a:prstGeom>
          <a:noFill/>
          <a:ln w="19050">
            <a:solidFill>
              <a:srgbClr val="24314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1143000" y="4764024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first end-to-end application flow.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457200" y="55321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0A73C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5486400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progressively integrate RAG, memory and agent components.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16152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216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09  </a:t>
            </a:r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Mentor Review / Discussion Points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F1830"/>
          </a:solidFill>
          <a:ln w="12700">
            <a:solidFill>
              <a:srgbClr val="F0A7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020824"/>
            <a:ext cx="475488" cy="47548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F0A73C"/>
            </a:solidFill>
            <a:prstDash val="solid"/>
          </a:ln>
        </p:spPr>
      </p:sp>
      <p:pic>
        <p:nvPicPr>
          <p:cNvPr id="7" name="Image 0" descr="/home/claude/wor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85" y="2134941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7452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proposed backend and ML architecture.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7200" y="2770632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F1830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" y="2916936"/>
            <a:ext cx="475488" cy="47548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F0A73C"/>
            </a:solidFill>
            <a:prstDash val="solid"/>
          </a:ln>
        </p:spPr>
      </p:sp>
      <p:pic>
        <p:nvPicPr>
          <p:cNvPr id="11" name="Image 1" descr="/home/claude/wor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485" y="3031053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77063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whether the separation between backend_docs/, ml/ and docs/ is appropriate.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457200" y="3666744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F1830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8368" y="3813048"/>
            <a:ext cx="475488" cy="47548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F0A73C"/>
            </a:solidFill>
            <a:prstDash val="solid"/>
          </a:ln>
        </p:spPr>
      </p:sp>
      <p:pic>
        <p:nvPicPr>
          <p:cNvPr id="15" name="Image 2" descr="/home/claude/work/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485" y="3927165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666744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architectural risks before implementation.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457200" y="4562856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F1830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58368" y="4709160"/>
            <a:ext cx="475488" cy="47548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F0A73C"/>
            </a:solidFill>
            <a:prstDash val="solid"/>
          </a:ln>
        </p:spPr>
      </p:sp>
      <p:pic>
        <p:nvPicPr>
          <p:cNvPr id="19" name="Image 3" descr="/home/claude/work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485" y="4823277"/>
            <a:ext cx="247254" cy="24725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562856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first backend features to implement.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457200" y="5458968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0F1830"/>
          </a:solidFill>
          <a:ln w="12700">
            <a:solidFill>
              <a:srgbClr val="24314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8368" y="5605272"/>
            <a:ext cx="475488" cy="475488"/>
          </a:xfrm>
          <a:prstGeom prst="ellipse">
            <a:avLst/>
          </a:prstGeom>
          <a:solidFill>
            <a:srgbClr val="141E33"/>
          </a:solidFill>
          <a:ln w="12700">
            <a:solidFill>
              <a:srgbClr val="F0A73C"/>
            </a:solidFill>
            <a:prstDash val="solid"/>
          </a:ln>
        </p:spPr>
      </p:sp>
      <p:pic>
        <p:nvPicPr>
          <p:cNvPr id="23" name="Image 4" descr="/home/claude/work/icons/check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85" y="5719389"/>
            <a:ext cx="247254" cy="24725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545896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proposed implementation sequence and evaluation strategy.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 //  WEEKLY PROGRESS REPORT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54864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10698480" y="54864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05156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105156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051560"/>
            <a:ext cx="109728" cy="109728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457200"/>
            <a:ext cx="1472184" cy="310896"/>
          </a:xfrm>
          <a:prstGeom prst="roundRect">
            <a:avLst>
              <a:gd name="adj" fmla="val 17647"/>
            </a:avLst>
          </a:prstGeom>
          <a:solidFill>
            <a:srgbClr val="0F1830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"/>
            <a:ext cx="1472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Weekly Milestone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C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Documentation</a:t>
            </a:r>
            <a:endParaRPr lang="en-US" sz="1600" dirty="0"/>
          </a:p>
        </p:txBody>
      </p:sp>
      <p:pic>
        <p:nvPicPr>
          <p:cNvPr id="13" name="Image 0" descr="/home/claude/work/icons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1336" y="2624328"/>
            <a:ext cx="329184" cy="3291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297680" y="233172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141E33"/>
          </a:solidFill>
          <a:ln w="12700">
            <a:solidFill>
              <a:srgbClr val="2431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EC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Architecture</a:t>
            </a:r>
            <a:endParaRPr lang="en-US" sz="1600" dirty="0"/>
          </a:p>
        </p:txBody>
      </p:sp>
      <p:pic>
        <p:nvPicPr>
          <p:cNvPr id="16" name="Image 1" descr="/home/claude/work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816" y="2624328"/>
            <a:ext cx="329184" cy="32918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38160" y="233172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38160" y="233172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Implementation Readiness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achievement this week is establishing a structured technical foundation.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immediate objective is now to convert the documented design into a working prototype.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457200" y="5989320"/>
            <a:ext cx="11247120" cy="0"/>
          </a:xfrm>
          <a:prstGeom prst="line">
            <a:avLst/>
          </a:prstGeom>
          <a:noFill/>
          <a:ln w="12700">
            <a:solidFill>
              <a:srgbClr val="24314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" y="61081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5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Concierge — Weekly Progress Report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503920" y="6108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2026-08-11T16:55:03Z</dcterms:created>
  <dcterms:modified xsi:type="dcterms:W3CDTF">2026-08-11T16:55:03Z</dcterms:modified>
</cp:coreProperties>
</file>